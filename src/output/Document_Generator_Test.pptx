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introduces the LangGraph-based document generator, outlining its key features and architectural design. Our focus will be on its capabilities and how it can enhance document 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document generator supports various input formats like PDF and Markdown, and it can output in both PDF and PPTX. It leverages advanced parsing technologies, ensuring flexibility and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structured in three layers: Domain, Application, and Infrastructure. This clean architecture promotes separation of concerns, enhancing maintainability and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LangGraph workflow follows a systematic approach: detecting the format, parsing the content, transforming it, generating the output, and finally validating the result to ensure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Here’s a simple code example demonstrating how to execute the document generation workflow. This snippet shows how easy it is to generate a PDF from a Markdown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implementation leverages modern technologies such as Python 3.11+, LangGraph for workflow orchestration, and Pydantic for data validation. Docker ensures portability across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document generator offers several benefits, including a pure Python implementation, advanced parsing capabilities, and Dockerization for easy deployment. Its architecture also supports robust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summarizes the key components and technologies used in the document generator. Each component plays a crucial role in the overall functionality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this document generator represents a modern and production-ready solution for document conversion. It utilizes state-of-the-art Python libraries and clean architecture principles, making it a robust choice for organizations.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Document Generator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6C757D"/>
                </a:solidFill>
              </a:defRPr>
            </a:pPr>
            <a:r>
              <a:t>Claude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389120"/>
            <a:ext cx="2743200" cy="45720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The document generator supports multiple input and output formats, enhancing flexibility and usability across various platforms and document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Built on a three-layer clean architecture, it ensures maintainability and scalability by separating business logic, use case orchestration, and external integrations.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The LangGraph workflow streamlines the document generation process, improving efficiency from content detection to output validation.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918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Key technologies, including advanced parsing and Docker for containerization, enhance performance and portability, positioning the solution for robust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B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529"/>
                </a:solidFill>
              </a:defRPr>
            </a:pPr>
            <a:r>
              <a:t>The implementation emphasizes a pure Python approach, facilitating easier integration and reducing dependency complexities, which can lead to lower operational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Introduction to Document Generator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Testing LangGraph-based document generator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Focus on key features and architecture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Demonstrating modern capabilities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Key Features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Supports multiple input formats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Outputs in PDF and PPTX formats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Advanced parsing technologies used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Built entirely in Python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Three-Layer Clean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Domain Layer: Business logic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Application Layer: Use case orchestration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Infrastructure Layer: External integrations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LangGraph Workflow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Detect format of input document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Parse content for processing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Transform and generate output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Validate output for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Code Implementation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Simple Python code snippet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Demonstrates workflow execution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Generates output in specified format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Technologies Utilized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Python 3.11+ for core functionality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LangGraph for orchestration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Pydantic for data validation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Docker for containerization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Benefits of the Document Generator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100% Pure Python implementation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Advanced document parsing capabilities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Dockerized for easy deployment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Comprehensive error handling mechanisms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Table of Components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Parser: Docling for parsing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Converter: MarkItDown for transformation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PDF generation: ReportLab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PPTX generation: python-pptx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2529"/>
                </a:solidFill>
              </a:defRPr>
            </a:pPr>
            <a:r>
              <a:t>Conclusion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Modern approach to document conversion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Utilizes state-of-the-art libraries</a:t>
            </a:r>
          </a:p>
          <a:p>
            <a:pPr>
              <a:spcAft>
                <a:spcPts val="1200"/>
              </a:spcAft>
              <a:defRPr sz="2000">
                <a:solidFill>
                  <a:srgbClr val="212529"/>
                </a:solidFill>
              </a:defRPr>
            </a:pPr>
            <a:r>
              <a:t>•  Ready for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